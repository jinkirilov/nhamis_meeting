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7561997" cy="10688330"/>
  <p:notesSz cx="10688330" cy="7561997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92608"/>
            <a:ext cx="6793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 의 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10177272"/>
            <a:ext cx="6793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841248"/>
            <a:ext cx="1024128" cy="38404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4124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408176" y="841248"/>
            <a:ext cx="430682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9616" y="841248"/>
            <a:ext cx="4123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국내유통망 차세대 시스템 – 물류부문 (창고·로케이션, 이관·재배치, 재물조사)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715000" y="841248"/>
            <a:ext cx="1463040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8595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 의 구 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06440" y="1170432"/>
            <a:ext cx="914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정보전달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675120" y="1170432"/>
            <a:ext cx="411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06440" y="1321308"/>
            <a:ext cx="914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이해조정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06440" y="1472184"/>
            <a:ext cx="914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의견교환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06440" y="1623060"/>
            <a:ext cx="914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문제해결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06440" y="1773936"/>
            <a:ext cx="914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 타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048" y="1225296"/>
            <a:ext cx="1024128" cy="38404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22529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관 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408176" y="1225296"/>
            <a:ext cx="181051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08176" y="1225296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모비스서비스 PI 추진팀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18688" y="1225296"/>
            <a:ext cx="932688" cy="38404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18688" y="122529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 성 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51376" y="1225296"/>
            <a:ext cx="156362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51376" y="1225296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이정재 위원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1609344"/>
            <a:ext cx="1024128" cy="38404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160934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 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408176" y="1609344"/>
            <a:ext cx="181051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08176" y="1609344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위워크선릉3 14B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18688" y="1609344"/>
            <a:ext cx="932688" cy="38404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18688" y="160934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 의 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51376" y="1609344"/>
            <a:ext cx="156362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51376" y="1609344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2026.08.06 (목)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" y="1993392"/>
            <a:ext cx="1024128" cy="457200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1993392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 간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408176" y="1993392"/>
            <a:ext cx="57698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08176" y="1993392"/>
            <a:ext cx="5769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09:00 ~ 09:55    10:07 ~ 11:20    13:08 ~ 13:53    14:07 ~ 15:10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4048" y="2450592"/>
            <a:ext cx="6793992" cy="29260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2450592"/>
            <a:ext cx="6793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 석 자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84048" y="2743200"/>
            <a:ext cx="679399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" y="2798064"/>
            <a:ext cx="6519672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[모비스서비스PI 추진팀] 박지호 책임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3776" y="3022092"/>
            <a:ext cx="6519672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[모비스부품운영팀] 김창준 책임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3776" y="3246120"/>
            <a:ext cx="6519672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[수행사 기존/물류/품질] 이정재, 오국환, 김진래, 박주일, 조동명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3776" y="3470148"/>
            <a:ext cx="6519672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[수행사 데이터아키텍쳐] 이선실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" y="3785616"/>
            <a:ext cx="6793992" cy="29260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3785616"/>
            <a:ext cx="6793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 의 내 용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" y="4224528"/>
            <a:ext cx="6519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주요 설명 사항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31520" y="4572000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로케이션 표준화 기본 방향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32688" y="4855464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및 문제점: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267712" y="4855464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표준화된 로케이션 체계는 존재하였으나 준수가 의무가 아니어서 대리점별로 로케이션 형태가 제각각임. PDA에서 로케이션을 임의로 생성할 수 있어(한 글자만 입력해도 저장) 비표준·미사용 로케이션이 다량 누적된 것으로 추정됨.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32688" y="5578754"/>
            <a:ext cx="1261872" cy="7845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방향: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267712" y="5578754"/>
            <a:ext cx="4764024" cy="7845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로케이션 마스터에 표준 로케이션을 사전 등록하고 등록된 로케이션만 사용 가능하도록 제한. PDA 임의 생성은 차단. 로케이션-부품 관계는 1 로케이션 : N 부품 / 1 부품 : 1 로케이션(싱글 로케이션 원칙)을 유지하며, 변경 이력은 LOH 테이블로 전량 관리.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32688" y="6491326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정의: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267712" y="6491326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로케이션 변경(이전)은 동일 창고 내 부품의 로케이션 이동으로 증표를 생성하지 않고 이력만 관리함. 이관은 창고 간 재고 이동(예: M창고 → A창고)으로 증표를 생성함.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31520" y="7214616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창고 마스터 관리 (신규 화면)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32688" y="7498080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및 문제점: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267712" y="7498080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기존에는 창고를 관리한다는 개념이 없었으며, 대리점 마스터 화면에서 M창고/A창고의 활성화 여부만 설정하는 수준이었음.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32688" y="8032090"/>
            <a:ext cx="1261872" cy="7845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방향: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267712" y="8032090"/>
            <a:ext cx="4764024" cy="7845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 구분(본동/별동 1~9), 층 구분(지하~옥상, 9층까지), 면적(평)을 등록하고 여기에 존(Zone)을 매칭하는 구조로 운영. 면적을 입력받는 목적은 평당 재고금액(존 포함 월말 재고금액 ÷ 면적) 산출이며, 대리점이 추이를 확인할 수 있게 하는 것이 주 목적임.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32688" y="8944661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사항: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267712" y="8944661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동·층 정보는 존 테이블에서만 등록·관리하고, 창고 관리 화면에서는 매칭된 존을 조회·표시만 하는 것으로 정리함.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84048" y="4078224"/>
            <a:ext cx="6793992" cy="5998464"/>
          </a:xfrm>
          <a:prstGeom prst="rect">
            <a:avLst/>
          </a:prstGeom>
          <a:ln w="9525">
            <a:solidFill>
              <a:srgbClr val="55555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0177272"/>
            <a:ext cx="6793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84048" y="384048"/>
            <a:ext cx="6793992" cy="29260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384048"/>
            <a:ext cx="6793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 의 내 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3) 로케이션 마스터 관리 (신규 화면)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32688" y="1106424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및 문제점: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67712" y="1106424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로케이션 테이블은 존재하였으나 이를 조회·관리하는 화면이 없었고, 로케이션에 구분값을 부여하는 기능도 없었음.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32688" y="1640434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수행사 의견: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67712" y="1640434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코드로 전환하되 화면 표시 시에는 마이그레이션된 과거 로케이션 값을 보여주는 방안. 현장에서 라벨 재부착 등 실물 작업이 발생하는 부담을 고려한 것임.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2174443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사항: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67712" y="2174443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일괄 생성한 표준 코드가 이미 사용 중인 로케이션과 충돌할 가능성이 있으므로 기존 데이터로 사전 시뮬레이션을 수행한 후 재논의하기로 함.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708453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4) 로케이션 등급 부여 UI (재검토)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2991917"/>
            <a:ext cx="1261872" cy="9738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논의 내용: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67712" y="2991917"/>
            <a:ext cx="4764024" cy="9738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초안은 로케이션 마스터 그리드 우측에 체크박스 컬럼을 두고 일괄 체크하는 방식이었으나, 등급 컬럼이 이미 있어 중복이며 저장 버튼도 누락되어 있음. 선택용 체크박스 열 1개와 등급 변경 액션 버튼을 두는 방식이 제안되었으며, 버튼 클릭 시에는 UI상 값만 변경하고 저장 버튼 클릭 시점에 DB에 반영하기로 함. 버튼형과 선택형 중 어느 쪽으로 갈지는 추가 검토 후 확정.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093769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5) 재물조사 불일치 확인 기능 (재검토)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2688" y="4377233"/>
            <a:ext cx="1261872" cy="1163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논의 내용: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67712" y="4377233"/>
            <a:ext cx="4764024" cy="1163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불일치 확인이 실사 수량을 되돌리는 기능이라면 실효성이 없다는 지적이 있었으며, 재조사 결과 전산이 맞음을 확인하고 종결하는 의미로 해석하면 완료와 기능이 중복됨. 현재 연간 재물조사에만 조정 버튼이 활성화되어 있으므로 전 유형으로 확대하되, 어떤 유형에서 조정된 건인지 구분값이 필요함. 스마트의 Accept/Reject 및 1·2차 실사(회차) 체계와 대조하여 용어와 프로세스를 맞추는 방향으로 검토함.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668366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6) 기타 논의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2688" y="5951830"/>
            <a:ext cx="1261872" cy="7845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표준화: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67712" y="5951830"/>
            <a:ext cx="4764024" cy="7845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스키마명·테이블명·컬럼명을 전면 표준화하며 엔스마트 기준을 준용하는 것으로 결정함. 필드명이 실제 저장 데이터와 불일치하는 사례가 다수 확인되어 표준화 시 데이터 실값 확인까지 병행할 필요가 있음. LEP(계열 구분) 코드는 H/K 및 대리점 자체 등록 코드가 혼재되어 있어 모비스 공급분은 H로 통합함.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2688" y="6864401"/>
            <a:ext cx="1261872" cy="9738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프레임워크: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67712" y="6864401"/>
            <a:ext cx="4764024" cy="9738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화면은 XSquare 기반이며 넥사크로 전환을 검토하였으나 공급사 이슈로 동일 계열 버전업으로 진행함. 메뉴 트리에 그룹 구분이 없어 나열식으로만 표시되므로 표준 프레임 수립 시 입고·재고·출고 등 중분류 그룹화를 반영하기로 함. 화면 내 탭 구성은 하나의 프로그램이 비대해지는 문제가 있어 메뉴 트리 그룹화로 대체하는 방향.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" y="7966253"/>
            <a:ext cx="1261872" cy="7845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조정·통제: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67712" y="7966253"/>
            <a:ext cx="4764024" cy="7845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 재고 조정은 음수 입력 대신 조정 코드(가/감)로 관리하는 방식이 제안되었으며, 재고 증가는 자산 증가로 이어지므로 PDA에서 제한하거나 관리자 컨펌을 거치도록 검토 필요. 물류 통제와 재고(판매) 통제가 혼재되어 있어 분리 검토가 필요함.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" y="676656"/>
            <a:ext cx="6793992" cy="9400032"/>
          </a:xfrm>
          <a:prstGeom prst="rect">
            <a:avLst/>
          </a:prstGeom>
          <a:ln w="9525">
            <a:solidFill>
              <a:srgbClr val="55555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0177272"/>
            <a:ext cx="6793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84048" y="384048"/>
            <a:ext cx="6793992" cy="29260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384048"/>
            <a:ext cx="6519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Action Item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676656"/>
            <a:ext cx="502920" cy="274320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676656"/>
            <a:ext cx="4187952" cy="274320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4920" y="676656"/>
            <a:ext cx="1371600" cy="274320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676656"/>
            <a:ext cx="731520" cy="274320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67665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6696" y="67665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4920" y="6766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46520" y="67665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950976"/>
            <a:ext cx="502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" y="950976"/>
            <a:ext cx="41879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950976"/>
            <a:ext cx="1371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950976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9509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96696" y="950976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 테이블 신설 — 동·층 정보는 존 테이블에서만 관리, 창고 화면은 조회만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74920" y="95097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수행사 / DA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46520" y="95097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1408176"/>
            <a:ext cx="502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" y="1408176"/>
            <a:ext cx="41879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1408176"/>
            <a:ext cx="1371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1408176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14081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96696" y="1408176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로케이션 등급 부여 UI 확정 (체크박스 + 등급변경 버튼, 저장 버튼 추가)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74920" y="140817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수행사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140817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1865376"/>
            <a:ext cx="5029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6968" y="1865376"/>
            <a:ext cx="418795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74920" y="1865376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1865376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1865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96696" y="1865376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비표준 로케이션 표준화 규칙 수립 및 코드 충돌 시뮬레이션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74920" y="1865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수행사 / 모비스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46520" y="18653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미결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4048" y="2139696"/>
            <a:ext cx="5029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6968" y="2139696"/>
            <a:ext cx="418795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74920" y="2139696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46520" y="2139696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213969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96696" y="2139696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로케이션 삭제 조건(공로케이션 한정) 정의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74920" y="21396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수행사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46520" y="213969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048" y="2414016"/>
            <a:ext cx="5029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86968" y="2414016"/>
            <a:ext cx="418795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74920" y="2414016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46520" y="2414016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24140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96696" y="2414016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출력 양식 확정 (모비스 기존 양식 확인)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074920" y="2414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모비스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46520" y="24140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84048" y="2688336"/>
            <a:ext cx="5029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6968" y="2688336"/>
            <a:ext cx="418795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74920" y="2688336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46520" y="2688336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268833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96696" y="2688336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 마스터 동·층 코드 체계 정의 (한글 불가)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074920" y="26883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수행사 / DA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46520" y="268833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2026-08-08T09:27:44Z</dcterms:created>
  <dcterms:modified xsi:type="dcterms:W3CDTF">2026-08-08T09:27:44Z</dcterms:modified>
</cp:coreProperties>
</file>